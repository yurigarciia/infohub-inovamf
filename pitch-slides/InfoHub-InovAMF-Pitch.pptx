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7941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F3D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Informação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InfoHub </a:t>
            </a:r>
            <a:pPr indent="0" marL="0">
              <a:buNone/>
            </a:pPr>
            <a:r>
              <a:rPr lang="en-US" sz="6000" b="1" dirty="0">
                <a:solidFill>
                  <a:srgbClr val="F79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InovAMF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68680" y="3886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9C9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ideia ao InovAMF, numa jornada digital.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5760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de Sistemas  ·  Antonio Meneghetti Faculdade (AMF)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7941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79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228600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Quantas planilhas você já perdeu de vista?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68680" y="429768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9C9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assim que cada equipe é acompanhada hoje no InfoHub — do envio da ideia até a porta do InovAMF: planilha e grupo de WhatsApp.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D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InfoHub  →  InovAMF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62027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73152" cy="6858000"/>
          </a:xfrm>
          <a:prstGeom prst="rect">
            <a:avLst/>
          </a:prstGeom>
          <a:solidFill>
            <a:srgbClr val="F7941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processo funciona.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ferramenta, não.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 manual: planilha + WhatsApp</a:t>
            </a:r>
            <a:endParaRPr lang="en-US" sz="20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0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prazo com cobrança automática</a:t>
            </a:r>
            <a:endParaRPr lang="en-US" sz="20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0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histórico de etapas, aprovações e decisões</a:t>
            </a:r>
            <a:endParaRPr lang="en-US" sz="20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0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 sem lugar único pra consultar tarefa e instrução</a:t>
            </a:r>
            <a:endParaRPr lang="en-US" sz="20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0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escala com o crescimento do InfoHub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InfoHub  →  InovAMF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62027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73152" cy="6858000"/>
          </a:xfrm>
          <a:prstGeom prst="rect">
            <a:avLst/>
          </a:prstGeom>
          <a:solidFill>
            <a:srgbClr val="F7941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isso importa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22960" y="2377440"/>
            <a:ext cx="3429000" cy="73152"/>
          </a:xfrm>
          <a:prstGeom prst="rect">
            <a:avLst/>
          </a:prstGeom>
          <a:solidFill>
            <a:srgbClr val="F7941D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60604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6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InfoHub / Mentores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3246120"/>
            <a:ext cx="3429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–"/>
            </a:pPr>
            <a:r>
              <a:rPr lang="en-US" sz="155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Funil inteiro num painel só</a:t>
            </a:r>
            <a:endParaRPr lang="en-US" sz="15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está atrasado, quem avança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4572000" y="2377440"/>
            <a:ext cx="3429000" cy="73152"/>
          </a:xfrm>
          <a:prstGeom prst="rect">
            <a:avLst/>
          </a:prstGeom>
          <a:solidFill>
            <a:srgbClr val="F7941D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260604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6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572000" y="3246120"/>
            <a:ext cx="3429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–"/>
            </a:pPr>
            <a:r>
              <a:rPr lang="en-US" sz="155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e instrução num só lugar</a:t>
            </a:r>
            <a:endParaRPr lang="en-US" sz="15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depende de lembrar o WhatsApp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321040" y="2377440"/>
            <a:ext cx="3429000" cy="73152"/>
          </a:xfrm>
          <a:prstGeom prst="rect">
            <a:avLst/>
          </a:prstGeom>
          <a:solidFill>
            <a:srgbClr val="F7941D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260604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6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Coordenação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321040" y="3246120"/>
            <a:ext cx="3429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–"/>
            </a:pPr>
            <a:r>
              <a:rPr lang="en-US" sz="155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com números reais</a:t>
            </a:r>
            <a:endParaRPr lang="en-US" sz="15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Decisão, não achismo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22960" y="53949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isso, o InfoHub fica limitado pelo tamanho da planilha.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InfoHub  →  InovAMF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62027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73152" cy="6858000"/>
          </a:xfrm>
          <a:prstGeom prst="rect">
            <a:avLst/>
          </a:prstGeom>
          <a:solidFill>
            <a:srgbClr val="F7941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InfoHub → InovAMF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sistema web que digitaliza a jornada de 6 etapas — painel administrativo pro InfoHub, área própria pro aluno.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8046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Funil visual das 6 etapas (kanban)</a:t>
            </a:r>
            <a:endParaRPr lang="en-US" sz="19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 com prazo, modelo por etapa e aprovação de entrega</a:t>
            </a:r>
            <a:endParaRPr lang="en-US" sz="19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completa: toda mudança fica registrada</a:t>
            </a:r>
            <a:endParaRPr lang="en-US" sz="19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do aluno com o mesmo cuidado da área administrativa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22960" y="5349240"/>
            <a:ext cx="10058400" cy="822960"/>
          </a:xfrm>
          <a:prstGeom prst="rect">
            <a:avLst/>
          </a:prstGeom>
          <a:solidFill>
            <a:srgbClr val="FBEDE4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53492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</a:t>
            </a:r>
            <a:pPr indent="0" marL="0">
              <a:buNone/>
            </a:pPr>
            <a:r>
              <a:rPr lang="en-US" sz="1700" dirty="0">
                <a:solidFill>
                  <a:srgbClr val="4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TypeScript   ·   </a:t>
            </a:r>
            <a:pPr indent="0" marL="0">
              <a:buNone/>
            </a:pPr>
            <a:r>
              <a:rPr lang="en-US" sz="1700" b="1" dirty="0">
                <a:solidFill>
                  <a:srgbClr val="4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</a:t>
            </a:r>
            <a:pPr indent="0" marL="0">
              <a:buNone/>
            </a:pPr>
            <a:r>
              <a:rPr lang="en-US" sz="1700" dirty="0">
                <a:solidFill>
                  <a:srgbClr val="4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PostgreSQL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InfoHub  →  InovAMF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7941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79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ver funcionando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68680" y="2148840"/>
            <a:ext cx="98755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rgbClr val="F3D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Dashboard — números e distribuição por etapa</a:t>
            </a:r>
            <a:endParaRPr lang="en-US" sz="19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rgbClr val="F3D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Funil de equipes — kanban das 6 etapas</a:t>
            </a:r>
            <a:endParaRPr lang="en-US" sz="19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rgbClr val="F3D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Detalhe da equipe — cadastro, histórico, tarefas</a:t>
            </a:r>
            <a:endParaRPr lang="en-US" sz="19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rgbClr val="F3D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Tarefa — descrição, entrega, aprovação</a:t>
            </a:r>
            <a:endParaRPr lang="en-US" sz="19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rgbClr val="F3D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Área do aluno — minhas tarefas, minhas equipes</a:t>
            </a:r>
            <a:endParaRPr lang="en-US" sz="19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rgbClr val="F3D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Modelo de dados — 17 tabelas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D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InfoHub  →  InovAMF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62027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73152" cy="6858000"/>
          </a:xfrm>
          <a:prstGeom prst="rect">
            <a:avLst/>
          </a:prstGeom>
          <a:solidFill>
            <a:srgbClr val="F7941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nos diferencia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98755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tela nasceu de um requisito (RF-01 a RF-24) — e foi auditada contra ele</a:t>
            </a:r>
            <a:endParaRPr lang="en-US" sz="19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9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modelado e defendível: 17 tabelas, decisões justificadas</a:t>
            </a:r>
            <a:endParaRPr lang="en-US" sz="19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9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 visual própria do InfoHub — não um template</a:t>
            </a:r>
            <a:endParaRPr lang="en-US" sz="19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9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do aluno tratada com o mesmo cuidado da área administrativa</a:t>
            </a:r>
            <a:endParaRPr lang="en-US" sz="19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9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em fases: pronta pra crescer sem reescrever do zero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InfoHub  →  InovAMF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7941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79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FECHAMENTO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201168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planilha e WhatsApp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 uma plataforma única.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68680" y="416052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9C9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Visual, com prazo, aprovação e histórico — pronta pra crescer com o InfoHub.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8680" y="53949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9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D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InfoHub  →  InovAMF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2026-09-03T23:07:59Z</dcterms:created>
  <dcterms:modified xsi:type="dcterms:W3CDTF">2026-09-03T23:07:59Z</dcterms:modified>
</cp:coreProperties>
</file>